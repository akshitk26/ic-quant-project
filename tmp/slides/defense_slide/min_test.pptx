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83b4620034a74" /><Relationship Type="http://schemas.openxmlformats.org/officeDocument/2006/relationships/extended-properties" Target="/docProps/app.xml" Id="R01299663beb14657" /><Relationship Type="http://schemas.openxmlformats.org/officeDocument/2006/relationships/officeDocument" Target="/ppt/presentation.xml" Id="R870f33783d72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58a70f63f84321"/>
  </p:sldMasterIdLst>
  <p:notesMasterIdLst>
    <p:notesMasterId xmlns:r="http://schemas.openxmlformats.org/officeDocument/2006/relationships" r:id="R62a6e6e49bf84adf"/>
  </p:notesMasterIdLst>
  <p:sldIdLst>
    <p:sldId xmlns:r="http://schemas.openxmlformats.org/officeDocument/2006/relationships" id="256" r:id="Rb137a787d68c4a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8a70f63f84321" /><Relationship Type="http://schemas.openxmlformats.org/officeDocument/2006/relationships/theme" Target="/ppt/theme/theme1.xml" Id="R4d9aad9979344dfd" /><Relationship Type="http://schemas.openxmlformats.org/officeDocument/2006/relationships/notesMaster" Target="/ppt/notesMasters/notesMaster1.xml" Id="R62a6e6e49bf84adf" /><Relationship Type="http://schemas.openxmlformats.org/officeDocument/2006/relationships/presProps" Target="/ppt/presProps.xml" Id="R9d2309692d8b445b" /><Relationship Type="http://schemas.openxmlformats.org/officeDocument/2006/relationships/viewProps" Target="/ppt/viewProps.xml" Id="Rd4f04f94a9f74a32" /><Relationship Type="http://schemas.openxmlformats.org/officeDocument/2006/relationships/tableStyles" Target="/ppt/tableStyles.xml" Id="R49f49332e38b4a57" /><Relationship Type="http://schemas.openxmlformats.org/officeDocument/2006/relationships/slide" Target="/ppt/slides/slide1.xml" Id="Rb137a787d68c4a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da17ff584dc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9cf32487b4d6a" /><Relationship Type="http://schemas.openxmlformats.org/officeDocument/2006/relationships/notesMaster" Target="/ppt/notesMasters/notesMaster1.xml" Id="Rc25f02130121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d28dff254461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4E4B4CA-2663-41A9-BA17-02E64D9963C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9413118-AC5B-4776-A238-3E6D294D380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56A0AF-EBF3-4E05-9A6E-F225A33AEA7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BB87FC-768E-442F-926B-FB058E21FBB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6A473C-4013-47BB-9A8C-236947EE4A7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da3d5547d2e4490" /><Relationship Type="http://schemas.openxmlformats.org/officeDocument/2006/relationships/slideLayout" Target="/ppt/slideLayouts/slideLayout2.xml" Id="R89d15a15a40949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B8FBA8-77C1-441B-9454-62CEACCD0A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d15a15a40949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20d88260e423e" /><Relationship Type="http://schemas.openxmlformats.org/officeDocument/2006/relationships/notesSlide" Target="/ppt/notesSlides/notesSlide1.xml" Id="R7acabf6aa0c549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6A473C-4013-47BB-9A8C-236947EE4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F6F38-5189-474D-AB30-612BFCEA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11111"/>
                </a:solidFill>
              </a:rP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94450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2026-04-23T05:52:02.8510000Z</dcterms:created>
  <dcterms:modified xsi:type="dcterms:W3CDTF">2026-04-23T05:52:02.8510000Z</dcterms:modified>
</coreProperties>
</file>